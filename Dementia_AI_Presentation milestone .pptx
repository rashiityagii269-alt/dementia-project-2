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 TOOL FOR EARLY STAGE DEMENTIA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:</a:t>
            </a:r>
            <a:r>
              <a:rPr dirty="0"/>
              <a:t>Diviza Srivastava, Rashi Tyagi</a:t>
            </a:r>
            <a:endParaRPr lang="en-US" dirty="0"/>
          </a:p>
          <a:p>
            <a:pPr algn="l"/>
            <a:r>
              <a:rPr lang="en-US" dirty="0"/>
              <a:t>SUBJECT:</a:t>
            </a:r>
          </a:p>
          <a:p>
            <a:pPr algn="l"/>
            <a:r>
              <a:rPr lang="en-US" dirty="0"/>
              <a:t>DATE :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Dementia is a progressive neurological disorder</a:t>
            </a:r>
          </a:p>
          <a:p>
            <a:r>
              <a:t>Affects memory, language, and cognitive abilities</a:t>
            </a:r>
          </a:p>
          <a:p>
            <a:r>
              <a:t>Early detection improves treatment and quality of life</a:t>
            </a:r>
          </a:p>
          <a:p>
            <a:r>
              <a:t>AI helps detect early signs via language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diagnosis is time-consuming</a:t>
            </a:r>
          </a:p>
          <a:p>
            <a:r>
              <a:t>Symptoms are subtle and often missed</a:t>
            </a:r>
          </a:p>
          <a:p>
            <a:r>
              <a:t>Need for quick, accessible screening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user text input</a:t>
            </a:r>
          </a:p>
          <a:p>
            <a:r>
              <a:t>Detect cognitive decline patterns</a:t>
            </a:r>
          </a:p>
          <a:p>
            <a:r>
              <a:t>Classify risk (Low / High)</a:t>
            </a:r>
          </a:p>
          <a:p>
            <a:r>
              <a:t>Provide console and web interfaces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NLP-based analysis</a:t>
            </a:r>
          </a:p>
          <a:p>
            <a:r>
              <a:t>Real-time prediction</a:t>
            </a:r>
          </a:p>
          <a:p>
            <a:r>
              <a:t>Simple UI</a:t>
            </a:r>
          </a:p>
          <a:p>
            <a:r>
              <a:t>Lightweight model</a:t>
            </a:r>
          </a:p>
          <a:p>
            <a:r>
              <a:t>Online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scikit-learn, pandas, numpy</a:t>
            </a:r>
          </a:p>
          <a:p>
            <a:r>
              <a:t>nltk / re</a:t>
            </a:r>
          </a:p>
          <a:p>
            <a:r>
              <a:t>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scikit-learn (ML model, TF-IDF)</a:t>
            </a:r>
          </a:p>
          <a:p>
            <a:r>
              <a:rPr dirty="0"/>
              <a:t>pandas (data handling)</a:t>
            </a:r>
          </a:p>
          <a:p>
            <a:r>
              <a:rPr dirty="0" err="1"/>
              <a:t>numpy</a:t>
            </a:r>
            <a:r>
              <a:rPr dirty="0"/>
              <a:t> (numerical ops)</a:t>
            </a:r>
          </a:p>
          <a:p>
            <a:r>
              <a:rPr dirty="0" err="1"/>
              <a:t>nltk</a:t>
            </a:r>
            <a:r>
              <a:rPr dirty="0"/>
              <a:t>/re (text preprocessing)</a:t>
            </a:r>
          </a:p>
          <a:p>
            <a:r>
              <a:rPr dirty="0" err="1"/>
              <a:t>Streamlit</a:t>
            </a:r>
            <a:r>
              <a:rPr dirty="0"/>
              <a:t> (web UI)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 application (terminal input)</a:t>
            </a:r>
          </a:p>
          <a:p>
            <a:r>
              <a:t>Web application (user-friendly UI)</a:t>
            </a:r>
          </a:p>
          <a:p>
            <a:r>
              <a:t>Real-time predictions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Data Preprocessing</a:t>
            </a:r>
          </a:p>
          <a:p>
            <a:r>
              <a:t>Feature Extraction (TF-IDF)</a:t>
            </a:r>
          </a:p>
          <a:p>
            <a:r>
              <a:t>Model Training</a:t>
            </a:r>
          </a:p>
          <a:p>
            <a:r>
              <a:t>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Lowercase conversion</a:t>
            </a:r>
          </a:p>
          <a:p>
            <a:r>
              <a:t>Remove punctuation &amp; stopwords</a:t>
            </a:r>
          </a:p>
          <a:p>
            <a:r>
              <a:t>Tokenization</a:t>
            </a:r>
          </a:p>
          <a:p>
            <a:r>
              <a:t>Clean irrelevant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text to numerical features</a:t>
            </a:r>
          </a:p>
          <a:p>
            <a:r>
              <a:t>TF-IDF highlights important words</a:t>
            </a:r>
          </a:p>
          <a:p>
            <a:r>
              <a:t>Reduces impact of common words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Efficient and interpretable</a:t>
            </a:r>
          </a:p>
          <a:p>
            <a:r>
              <a:t>Suitable for classification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</a:t>
            </a:r>
          </a:p>
          <a:p>
            <a:r>
              <a:t>Text preprocessing</a:t>
            </a:r>
          </a:p>
          <a:p>
            <a:r>
              <a:t>TF-IDF vectorization</a:t>
            </a:r>
          </a:p>
          <a:p>
            <a:r>
              <a:t>Model prediction</a:t>
            </a:r>
          </a:p>
          <a:p>
            <a:r>
              <a:t>Output display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Classifies into Low Risk / High Risk</a:t>
            </a:r>
          </a:p>
          <a:p>
            <a:r>
              <a:t>Detects repetition, confusion, incomplete sentences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Early screening</a:t>
            </a:r>
          </a:p>
          <a:p>
            <a:r>
              <a:rPr dirty="0"/>
              <a:t>Non-invasive</a:t>
            </a:r>
          </a:p>
          <a:p>
            <a:r>
              <a:rPr dirty="0"/>
              <a:t>Easy to use</a:t>
            </a:r>
          </a:p>
          <a:p>
            <a:r>
              <a:rPr dirty="0"/>
              <a:t>Fast and accessible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Deep Learning / Transformers</a:t>
            </a:r>
          </a:p>
          <a:p>
            <a:r>
              <a:rPr dirty="0"/>
              <a:t>Speech analysis</a:t>
            </a:r>
          </a:p>
          <a:p>
            <a:r>
              <a:rPr dirty="0"/>
              <a:t>Larger dataset</a:t>
            </a:r>
          </a:p>
          <a:p>
            <a:r>
              <a:rPr dirty="0"/>
              <a:t>Multilingual support</a:t>
            </a:r>
          </a:p>
          <a:p>
            <a:r>
              <a:rPr dirty="0"/>
              <a:t>Healthcare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263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AI TOOL FOR EARLY STAGE DEMENTIA DETECTION</vt:lpstr>
      <vt:lpstr>INTRODUCTION</vt:lpstr>
      <vt:lpstr>PROBLEM STATEMENT</vt:lpstr>
      <vt:lpstr>OBJECTIVE</vt:lpstr>
      <vt:lpstr>KEY FEATURES</vt:lpstr>
      <vt:lpstr>TECHNOLOGIES USED</vt:lpstr>
      <vt:lpstr>LIBRARIES USED</vt:lpstr>
      <vt:lpstr>SYSTEM OVERVIEW</vt:lpstr>
      <vt:lpstr>METHODOLOGY</vt:lpstr>
      <vt:lpstr>DATA PROCESSING</vt:lpstr>
      <vt:lpstr>FEATURE EXTRACTION</vt:lpstr>
      <vt:lpstr>MACHINE LEARNING MODEL</vt:lpstr>
      <vt:lpstr>SYSTEM ARCHITECTURE</vt:lpstr>
      <vt:lpstr>RESULTS</vt:lpstr>
      <vt:lpstr>ADVANTAGES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diviza</dc:creator>
  <cp:keywords/>
  <dc:description>generated using python-pptx</dc:description>
  <cp:lastModifiedBy>Diviza Srivastava</cp:lastModifiedBy>
  <cp:revision>2</cp:revision>
  <dcterms:created xsi:type="dcterms:W3CDTF">2013-01-27T09:14:16Z</dcterms:created>
  <dcterms:modified xsi:type="dcterms:W3CDTF">2026-04-13T17:33:55Z</dcterms:modified>
  <cp:category/>
</cp:coreProperties>
</file>